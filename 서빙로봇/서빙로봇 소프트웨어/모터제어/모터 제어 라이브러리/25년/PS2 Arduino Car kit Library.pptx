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82F9D-5306-4A06-A35B-670F618E4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1194F6-DCB3-40BC-AE4F-2518DC68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A2A86-F51F-4DA0-9DE2-7EEF9CF3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64CEF8-F4C2-4C7A-83D8-AB7162D2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473CE-BE54-409A-BE25-2E0AD23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61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2FFD0-387C-4EF9-824D-420FEADB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60C645-FC1F-4BAD-A986-A09B786B6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D85B5-B222-4EC7-B238-24C89021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1ADA3-74A5-4550-B56A-E6CA8689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00D5B9-E178-4AFB-BA62-C7CF3143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33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0D80-2F59-4620-BB49-502771F7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0F63BB-FBB0-4DB8-A45E-CCAE3EF2C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62C61C-9870-48E9-8B61-A1DF5491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44737D-55B9-4A0A-900D-C87FB2AA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7EFE75-623B-4D3A-ACD3-980EE00F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3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983F5-02B9-4EB7-B8E7-774A3144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83E36-F2A3-4C54-B14B-8EB26B22D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068AC0-69FE-4563-828F-A8E99AD3C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1021C9-1ABF-40A3-ADC2-53867108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9A73F-507C-4A68-B21D-F57544D1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BA620D-21FF-49C2-A198-78ED5AE5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5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46DE9-FAA8-408E-9AA2-07234E16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F6222F-81D0-49EA-B2C0-FB6D1C45A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84D8A-A532-4D52-9B39-9F206F26E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3D89B0-DBAC-4E8E-BED8-90183115E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4DC15A-A02D-41A2-88C1-2E2062D20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DB7759-9355-4C13-8033-ADE9D110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88E080-9CE0-44C1-B025-3C29DDE2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19839C-8C60-4AC4-94F4-DEF7CDE2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57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52AA8-CBEF-4D2A-B433-8E9AB67E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7948AE-8434-4AD4-9587-375DE012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E2042D-371E-47B8-A12D-5C11AF43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224D9A-2A19-4F38-A924-42A20574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27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CEDC58-0964-460E-A664-AD5E8DF2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57B916-DB45-43D4-908E-0A98DBB6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9A750-F2DC-4EB8-8DC4-585801BB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6315C-5D0B-4887-8812-71EC52F6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4C6BA-7D59-4A4C-90DE-EE8AD59D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076C3-5AEE-401F-BD0A-D1DC25DE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AEBFE-A8BB-4A69-AD80-9CEC46D3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C7567-8996-46DB-B719-5C0A567F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E07C6B-5738-4D95-86BE-72A8912C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07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C94EC-93EA-4B69-B9D9-6E94FE44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DAF695-138B-4C9C-9DE5-2ED925DDE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7D5354-50E6-4979-9114-CF8D9F4C7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DB8024-B2E6-47E5-9A83-9457379E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AFC606-010B-42E5-88AF-5CD37954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9503A8-32D7-4B44-8303-4D1FB730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06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2B50D-3A6B-4926-951B-62B97DDB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CAFFBE-5FB4-4CDE-91AB-07E670D6A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B0235-29DE-409E-844E-C66210B6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409BA5-D985-4114-844A-5E5FFC62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3F4790-67AB-4794-BC6A-269E47F4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5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0FCDC3-0975-410E-AB70-EE71DC34F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0F34F6-6966-406E-930D-3AA92F3D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8167C-DB9D-428F-A080-0B99E32B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6A8D0-6EDD-4B28-A177-52BC6DDE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80F0D-FAB7-4B53-B47A-3ACE76DB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48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7ED6DE-AE47-4A61-936C-9E4CFA59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12B88E-0D7B-465E-AC19-AF43636E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61CF3-B6F9-4326-ACB5-FCFB49356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A066C-E77A-416E-ADC9-6C20EE1CC4FC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2E6774-E337-4ABB-9F7D-D5388D67B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43502-B38D-4FDD-8C69-E3C1F7C0F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F0598-2238-40BA-BA23-CBB77DF94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19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399D3-D37B-4539-814D-755EC58E6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i="0" dirty="0">
                <a:solidFill>
                  <a:srgbClr val="191919"/>
                </a:solidFill>
                <a:effectLst/>
              </a:rPr>
              <a:t>PS2 Arduino Car kit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Library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5EA1EF-939A-4DAA-857C-36400D8B58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68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388AE-1E50-46AF-957D-F16AF545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Library Git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0CA09-CDE4-4C12-B2DD-AE25975D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4656"/>
            <a:ext cx="10515600" cy="928688"/>
          </a:xfrm>
        </p:spPr>
        <p:txBody>
          <a:bodyPr/>
          <a:lstStyle/>
          <a:p>
            <a:r>
              <a:rPr lang="en-US" altLang="ko-KR" dirty="0"/>
              <a:t>https://github.com/MoebiusTech/MecanumRobot-ArduinoMega2560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688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PS2 Arduino Car kit Library</vt:lpstr>
      <vt:lpstr>Library Git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PS2 Arduino Car kit Library</dc:title>
  <dc:creator>lee sang woo</dc:creator>
  <cp:lastModifiedBy>lee sang woo</cp:lastModifiedBy>
  <cp:revision>1</cp:revision>
  <dcterms:created xsi:type="dcterms:W3CDTF">2025-11-13T14:53:41Z</dcterms:created>
  <dcterms:modified xsi:type="dcterms:W3CDTF">2025-11-13T14:53:51Z</dcterms:modified>
</cp:coreProperties>
</file>