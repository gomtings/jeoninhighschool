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7AD54-2C7C-50A5-0B2B-C67D312F6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CE869B-0450-7D05-C420-21B9D8C7C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E1C28B-6A29-6F38-806B-7CDEF5588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DD5-0FC6-4CD7-B9DB-8D889B4762B2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75AEB-E93B-0335-F95E-AD6B8C9D4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429E60-0674-C822-F93F-E3848175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7C5F-A2A3-415E-93B5-CC60C6666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119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DC368-5814-6AB6-7BBC-23AAEFBA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305F93-2F99-0C0C-CB2E-0CDBF0930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B6D38C-6DF4-CFB9-D4D6-F11FE4FB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DD5-0FC6-4CD7-B9DB-8D889B4762B2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716D34-C58F-8C06-0085-E5A7CB33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DA598B-9555-8237-3DC9-89B54658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7C5F-A2A3-415E-93B5-CC60C6666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803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40AF1-0356-5327-D753-5BEC5E79B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FC4AC4-8FD7-DF49-ECAE-FED6419DE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909D2-08D2-35A7-9C32-8CD6BCD57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DD5-0FC6-4CD7-B9DB-8D889B4762B2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8BDDB4-8A99-23AE-2688-3F6A40613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7C453A-9AEC-C94C-6875-74A8C66E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7C5F-A2A3-415E-93B5-CC60C6666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437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C8871-9F03-4781-0705-A421B57D1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EDA876-4729-AA38-7AFA-B0CC0D9F1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996AE3-DDFA-B9D5-E74F-36445BC40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36C07F-D41E-0704-09DF-9138220F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DD5-0FC6-4CD7-B9DB-8D889B4762B2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3676D1-6F6C-9C6C-A476-A7C0B9958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9713CB-08C8-4BE7-481C-ECA19A89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7C5F-A2A3-415E-93B5-CC60C6666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283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C7B48-058E-B3D7-A3F4-57FBDDF36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26D82F-1658-2D8E-AC22-7C954D66F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F802FF-6426-09A0-869F-7AC2F3B5C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03BE29-47D9-E486-0460-ED24D30E8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E62045-3DEE-7C21-E7F1-E23BE6DA4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78F624-3A37-D307-895E-0776CFFF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DD5-0FC6-4CD7-B9DB-8D889B4762B2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69DF96-4D45-0F7E-D334-D0E4A0121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9C060FF-CB91-C681-F7B5-DC09DF144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7C5F-A2A3-415E-93B5-CC60C6666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55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EB28B6-95A9-4558-8B29-3EDD7232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4CCEEC-E2A5-24A2-82A4-3B6FFEB5C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DD5-0FC6-4CD7-B9DB-8D889B4762B2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9ACDA3-BAD6-1A98-5C3D-564A9AD51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A8CC2B-91B2-2917-6CB2-3143A228E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7C5F-A2A3-415E-93B5-CC60C6666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507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3937EE-D6E8-5115-B13E-8066A636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DD5-0FC6-4CD7-B9DB-8D889B4762B2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0E4D1D-D315-D4D3-1887-4F9DF3732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530A76-DF2B-1534-72E8-7A192CA3A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7C5F-A2A3-415E-93B5-CC60C6666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84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F4A08-0FA3-1875-8A94-830C89B9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B0CD52-3218-1F13-79DB-A9A9B15CC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0859B8-60EE-E9B2-39C9-AAC34F3DF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34D723-2F49-21E9-DDFB-850BF637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DD5-0FC6-4CD7-B9DB-8D889B4762B2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0DB64C-8148-4A43-8E11-E26F3B79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2B771A-587E-B937-2C95-1972F42E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7C5F-A2A3-415E-93B5-CC60C6666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38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B5750-F999-0E1D-E8B4-AB5657947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F57E56-9210-6C0F-3EFF-4DCF105C03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963B03-8CF1-FA5F-6921-FC62F1E8E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1841A0-061D-B08B-51C7-11C3B579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DD5-0FC6-4CD7-B9DB-8D889B4762B2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92B433-C462-01A1-B22E-76D63970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C24B74-0D4F-FC5E-43B8-8ED40430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7C5F-A2A3-415E-93B5-CC60C6666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34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50FE2D-1BB6-5658-555B-087513E5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20B02A-6814-3897-C41E-EDE3EA938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38CE43-8F96-6892-6ECB-463B24CA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DD5-0FC6-4CD7-B9DB-8D889B4762B2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9AF438-E27F-A62E-D42D-B408F49C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9AD1AF-884C-28F7-4CEA-608D653D7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7C5F-A2A3-415E-93B5-CC60C6666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832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056344-4EC1-0DED-B4FC-2D644F75E6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ECC2EF-5FE3-D796-E0E2-BA1B8E25D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46189B-7A3B-E0BE-CFC6-6AA209402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DD5-0FC6-4CD7-B9DB-8D889B4762B2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0EDE64-56F2-9931-5744-052CD9D2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E96297-8899-4F2C-5501-097277036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7C5F-A2A3-415E-93B5-CC60C6666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893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923A93-3B95-A1DD-3DEB-8874172F2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14105E-676A-4036-D77F-005CD132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4B3E9D-2363-6E2A-3F73-5D617E3EB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E4DD5-0FC6-4CD7-B9DB-8D889B4762B2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FFCA4E-B0CA-BE8C-13C3-1C4C35AD0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F821F3-AC53-E6AA-179F-16FE2BB60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77C5F-A2A3-415E-93B5-CC60C6666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1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dhavanTR/RPLidar_Integra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25F462-A273-1FFE-F020-D5BE4A1E0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RC CAR </a:t>
            </a:r>
            <a:r>
              <a:rPr lang="ko-KR" altLang="en-US" dirty="0"/>
              <a:t>라이브러리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009318-25B9-1A92-2D15-32D3CDC65C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전인고등학교 이상우</a:t>
            </a:r>
          </a:p>
        </p:txBody>
      </p:sp>
    </p:spTree>
    <p:extLst>
      <p:ext uri="{BB962C8B-B14F-4D97-AF65-F5344CB8AC3E}">
        <p14:creationId xmlns:p14="http://schemas.microsoft.com/office/powerpoint/2010/main" val="509516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EE720-27E9-DACF-72E3-DDBE9F05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RC CAR </a:t>
            </a:r>
            <a:r>
              <a:rPr lang="ko-KR" altLang="en-US" dirty="0"/>
              <a:t>라이브러리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F81CA0-5CB7-2A7A-FBEF-7D83F87C0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 err="1"/>
              <a:t>RPLidar_Integration</a:t>
            </a:r>
            <a:endParaRPr lang="en-US" altLang="ko-KR" b="1" dirty="0"/>
          </a:p>
          <a:p>
            <a:r>
              <a:rPr lang="en-US" altLang="ko-KR" dirty="0"/>
              <a:t>1. </a:t>
            </a:r>
            <a:r>
              <a:rPr lang="en-US" altLang="ko-KR" dirty="0">
                <a:hlinkClick r:id="rId2"/>
              </a:rPr>
              <a:t>https://github.com/MadhavanTR/RPLidar_Integration</a:t>
            </a:r>
            <a:endParaRPr lang="en-US" altLang="ko-KR" dirty="0"/>
          </a:p>
          <a:p>
            <a:r>
              <a:rPr lang="en-US" altLang="ko-KR" b="1" i="0" dirty="0">
                <a:solidFill>
                  <a:srgbClr val="212529"/>
                </a:solidFill>
                <a:effectLst/>
                <a:latin typeface="-apple-system"/>
              </a:rPr>
              <a:t>RPLIDAR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-apple-system"/>
              </a:rPr>
              <a:t>와 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-apple-system"/>
              </a:rPr>
              <a:t>RealSense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-apple-system"/>
              </a:rPr>
              <a:t>를 이용한 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-apple-system"/>
              </a:rPr>
              <a:t>SLAM</a:t>
            </a:r>
            <a:endParaRPr lang="en-US" altLang="ko-KR" dirty="0"/>
          </a:p>
          <a:p>
            <a:r>
              <a:rPr lang="en-US" altLang="ko-KR" dirty="0"/>
              <a:t>2. https://velog.io/@seukseok/8.-RPLIDAR%EC%99%80-RealSense%EB%A5%BC-%EC%82%AC%EC%9A%A9%ED%95%9C-SLAM-%EB%B0%8F-%EB%A7%A4%ED%95%91</a:t>
            </a:r>
          </a:p>
        </p:txBody>
      </p:sp>
    </p:spTree>
    <p:extLst>
      <p:ext uri="{BB962C8B-B14F-4D97-AF65-F5344CB8AC3E}">
        <p14:creationId xmlns:p14="http://schemas.microsoft.com/office/powerpoint/2010/main" val="1393462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83</Words>
  <Application>Microsoft Office PowerPoint</Application>
  <PresentationFormat>와이드스크린</PresentationFormat>
  <Paragraphs>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-apple-system</vt:lpstr>
      <vt:lpstr>맑은 고딕</vt:lpstr>
      <vt:lpstr>Arial</vt:lpstr>
      <vt:lpstr>Office 테마</vt:lpstr>
      <vt:lpstr>RC CAR 라이브러리</vt:lpstr>
      <vt:lpstr>RC CAR 라이브러리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 CAR 라이브러리</dc:title>
  <dc:creator>sang woo lee</dc:creator>
  <cp:lastModifiedBy>lee sang woo</cp:lastModifiedBy>
  <cp:revision>4</cp:revision>
  <dcterms:created xsi:type="dcterms:W3CDTF">2025-10-21T12:05:20Z</dcterms:created>
  <dcterms:modified xsi:type="dcterms:W3CDTF">2025-10-21T16:40:48Z</dcterms:modified>
</cp:coreProperties>
</file>